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Be Vietnam" charset="1" panose="00000500000000000000"/>
      <p:regular r:id="rId15"/>
    </p:embeddedFont>
    <p:embeddedFont>
      <p:font typeface="Be Vietnam Ultra-Bold" charset="1" panose="00000900000000000000"/>
      <p:regular r:id="rId16"/>
    </p:embeddedFont>
    <p:embeddedFont>
      <p:font typeface="IBM Plex Sans" charset="1" panose="020B0503050203000203"/>
      <p:regular r:id="rId17"/>
    </p:embeddedFont>
    <p:embeddedFont>
      <p:font typeface="IBM Plex Sans Bold" charset="1" panose="020B08030502030002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4226452" y="2835487"/>
            <a:ext cx="16909587" cy="6118196"/>
          </a:xfrm>
          <a:custGeom>
            <a:avLst/>
            <a:gdLst/>
            <a:ahLst/>
            <a:cxnLst/>
            <a:rect r="r" b="b" t="t" l="l"/>
            <a:pathLst>
              <a:path h="6118196" w="16909587">
                <a:moveTo>
                  <a:pt x="0" y="0"/>
                </a:moveTo>
                <a:lnTo>
                  <a:pt x="16909587" y="0"/>
                </a:lnTo>
                <a:lnTo>
                  <a:pt x="16909587" y="6118197"/>
                </a:lnTo>
                <a:lnTo>
                  <a:pt x="0" y="61181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866818"/>
            <a:ext cx="11078006" cy="2326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0"/>
              </a:lnSpc>
            </a:pPr>
            <a:r>
              <a:rPr lang="en-US" sz="5835">
                <a:solidFill>
                  <a:srgbClr val="F8F8F8"/>
                </a:solidFill>
                <a:latin typeface="Be Vietnam"/>
                <a:ea typeface="Be Vietnam"/>
                <a:cs typeface="Be Vietnam"/>
                <a:sym typeface="Be Vietnam"/>
              </a:rPr>
              <a:t>MISE EN PLACE D’UNE PIPELINE CI/CD AVEC DOCKER ET JENKINS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065225" y="1257610"/>
            <a:ext cx="260453" cy="260453"/>
          </a:xfrm>
          <a:custGeom>
            <a:avLst/>
            <a:gdLst/>
            <a:ahLst/>
            <a:cxnLst/>
            <a:rect r="r" b="b" t="t" l="l"/>
            <a:pathLst>
              <a:path h="260453" w="260453">
                <a:moveTo>
                  <a:pt x="0" y="0"/>
                </a:moveTo>
                <a:lnTo>
                  <a:pt x="260454" y="0"/>
                </a:lnTo>
                <a:lnTo>
                  <a:pt x="260454" y="260453"/>
                </a:lnTo>
                <a:lnTo>
                  <a:pt x="0" y="260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696947" y="5103326"/>
            <a:ext cx="3562353" cy="4291338"/>
            <a:chOff x="0" y="0"/>
            <a:chExt cx="4749804" cy="572178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9050"/>
              <a:ext cx="4749804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 spc="191">
                  <a:solidFill>
                    <a:srgbClr val="F8F8F8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ENCADRÉ PAR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517498"/>
              <a:ext cx="4749804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59"/>
                </a:lnSpc>
              </a:pPr>
              <a:r>
                <a:rPr lang="en-US" sz="2400">
                  <a:solidFill>
                    <a:srgbClr val="F8F8F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M. Ziyati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196639"/>
              <a:ext cx="4749804" cy="525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359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443074"/>
              <a:ext cx="4749804" cy="4643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 spc="191" u="none">
                  <a:solidFill>
                    <a:srgbClr val="F8F8F8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PRÉSENTÉE PAR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979622"/>
              <a:ext cx="4749804" cy="1083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F8F8F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Moham</a:t>
              </a:r>
              <a:r>
                <a:rPr lang="en-US" sz="2400" u="none">
                  <a:solidFill>
                    <a:srgbClr val="F8F8F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ed Amine Abouissaba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93922" y="3229458"/>
            <a:ext cx="1004586" cy="1004586"/>
          </a:xfrm>
          <a:custGeom>
            <a:avLst/>
            <a:gdLst/>
            <a:ahLst/>
            <a:cxnLst/>
            <a:rect r="r" b="b" t="t" l="l"/>
            <a:pathLst>
              <a:path h="1004586" w="1004586">
                <a:moveTo>
                  <a:pt x="0" y="0"/>
                </a:moveTo>
                <a:lnTo>
                  <a:pt x="1004586" y="0"/>
                </a:lnTo>
                <a:lnTo>
                  <a:pt x="1004586" y="1004585"/>
                </a:lnTo>
                <a:lnTo>
                  <a:pt x="0" y="1004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97098" y="3332633"/>
            <a:ext cx="798234" cy="79823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1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493922" y="4794727"/>
            <a:ext cx="1004586" cy="1004586"/>
          </a:xfrm>
          <a:custGeom>
            <a:avLst/>
            <a:gdLst/>
            <a:ahLst/>
            <a:cxnLst/>
            <a:rect r="r" b="b" t="t" l="l"/>
            <a:pathLst>
              <a:path h="1004586" w="1004586">
                <a:moveTo>
                  <a:pt x="0" y="0"/>
                </a:moveTo>
                <a:lnTo>
                  <a:pt x="1004586" y="0"/>
                </a:lnTo>
                <a:lnTo>
                  <a:pt x="1004586" y="1004585"/>
                </a:lnTo>
                <a:lnTo>
                  <a:pt x="0" y="1004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597098" y="4897902"/>
            <a:ext cx="798234" cy="79823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2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493922" y="6359995"/>
            <a:ext cx="1004586" cy="1004586"/>
          </a:xfrm>
          <a:custGeom>
            <a:avLst/>
            <a:gdLst/>
            <a:ahLst/>
            <a:cxnLst/>
            <a:rect r="r" b="b" t="t" l="l"/>
            <a:pathLst>
              <a:path h="1004586" w="1004586">
                <a:moveTo>
                  <a:pt x="0" y="0"/>
                </a:moveTo>
                <a:lnTo>
                  <a:pt x="1004586" y="0"/>
                </a:lnTo>
                <a:lnTo>
                  <a:pt x="1004586" y="1004586"/>
                </a:lnTo>
                <a:lnTo>
                  <a:pt x="0" y="1004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597098" y="6463171"/>
            <a:ext cx="798234" cy="79823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3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493922" y="7925264"/>
            <a:ext cx="1004586" cy="1004586"/>
          </a:xfrm>
          <a:custGeom>
            <a:avLst/>
            <a:gdLst/>
            <a:ahLst/>
            <a:cxnLst/>
            <a:rect r="r" b="b" t="t" l="l"/>
            <a:pathLst>
              <a:path h="1004586" w="1004586">
                <a:moveTo>
                  <a:pt x="0" y="0"/>
                </a:moveTo>
                <a:lnTo>
                  <a:pt x="1004586" y="0"/>
                </a:lnTo>
                <a:lnTo>
                  <a:pt x="1004586" y="1004586"/>
                </a:lnTo>
                <a:lnTo>
                  <a:pt x="0" y="1004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597098" y="8028440"/>
            <a:ext cx="798234" cy="79823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4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2148074" y="3229458"/>
            <a:ext cx="1004586" cy="1004586"/>
          </a:xfrm>
          <a:custGeom>
            <a:avLst/>
            <a:gdLst/>
            <a:ahLst/>
            <a:cxnLst/>
            <a:rect r="r" b="b" t="t" l="l"/>
            <a:pathLst>
              <a:path h="1004586" w="1004586">
                <a:moveTo>
                  <a:pt x="0" y="0"/>
                </a:moveTo>
                <a:lnTo>
                  <a:pt x="1004585" y="0"/>
                </a:lnTo>
                <a:lnTo>
                  <a:pt x="1004585" y="1004585"/>
                </a:lnTo>
                <a:lnTo>
                  <a:pt x="0" y="1004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2251249" y="3332633"/>
            <a:ext cx="798234" cy="79823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5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2148074" y="4794727"/>
            <a:ext cx="1004586" cy="1004586"/>
          </a:xfrm>
          <a:custGeom>
            <a:avLst/>
            <a:gdLst/>
            <a:ahLst/>
            <a:cxnLst/>
            <a:rect r="r" b="b" t="t" l="l"/>
            <a:pathLst>
              <a:path h="1004586" w="1004586">
                <a:moveTo>
                  <a:pt x="0" y="0"/>
                </a:moveTo>
                <a:lnTo>
                  <a:pt x="1004585" y="0"/>
                </a:lnTo>
                <a:lnTo>
                  <a:pt x="1004585" y="1004585"/>
                </a:lnTo>
                <a:lnTo>
                  <a:pt x="0" y="1004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2251249" y="4897902"/>
            <a:ext cx="798234" cy="79823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1003B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6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8700" y="3323125"/>
            <a:ext cx="4549206" cy="114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16"/>
              </a:lnSpc>
            </a:pPr>
            <a:r>
              <a:rPr lang="en-US" sz="7430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Contenu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023745" y="3488545"/>
            <a:ext cx="356235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Objectifs du projet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42795" y="5053814"/>
            <a:ext cx="356235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Stack technologique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42795" y="6619083"/>
            <a:ext cx="356235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Architecture globale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42795" y="8184352"/>
            <a:ext cx="356235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 Mise en oeuvre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96947" y="3488545"/>
            <a:ext cx="356235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Tests et résultat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96947" y="5053814"/>
            <a:ext cx="3562353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1003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19784"/>
            <a:ext cx="16230600" cy="469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10"/>
              </a:lnSpc>
            </a:pPr>
            <a:r>
              <a:rPr lang="en-US" b="true" sz="15425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Object</a:t>
            </a:r>
            <a:r>
              <a:rPr lang="en-US" b="true" sz="15425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ifs du projet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6957953" y="9124680"/>
            <a:ext cx="135384" cy="224703"/>
          </a:xfrm>
          <a:custGeom>
            <a:avLst/>
            <a:gdLst/>
            <a:ahLst/>
            <a:cxnLst/>
            <a:rect r="r" b="b" t="t" l="l"/>
            <a:pathLst>
              <a:path h="224703" w="135384">
                <a:moveTo>
                  <a:pt x="135383" y="0"/>
                </a:moveTo>
                <a:lnTo>
                  <a:pt x="0" y="0"/>
                </a:lnTo>
                <a:lnTo>
                  <a:pt x="0" y="224703"/>
                </a:lnTo>
                <a:lnTo>
                  <a:pt x="135383" y="224703"/>
                </a:lnTo>
                <a:lnTo>
                  <a:pt x="1353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957953" y="1095616"/>
            <a:ext cx="135384" cy="224703"/>
          </a:xfrm>
          <a:custGeom>
            <a:avLst/>
            <a:gdLst/>
            <a:ahLst/>
            <a:cxnLst/>
            <a:rect r="r" b="b" t="t" l="l"/>
            <a:pathLst>
              <a:path h="224703" w="135384">
                <a:moveTo>
                  <a:pt x="135383" y="0"/>
                </a:moveTo>
                <a:lnTo>
                  <a:pt x="0" y="0"/>
                </a:lnTo>
                <a:lnTo>
                  <a:pt x="0" y="224703"/>
                </a:lnTo>
                <a:lnTo>
                  <a:pt x="135383" y="224703"/>
                </a:lnTo>
                <a:lnTo>
                  <a:pt x="1353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31901" y="2317254"/>
            <a:ext cx="3163739" cy="3050459"/>
          </a:xfrm>
          <a:custGeom>
            <a:avLst/>
            <a:gdLst/>
            <a:ahLst/>
            <a:cxnLst/>
            <a:rect r="r" b="b" t="t" l="l"/>
            <a:pathLst>
              <a:path h="3050459" w="3163739">
                <a:moveTo>
                  <a:pt x="0" y="0"/>
                </a:moveTo>
                <a:lnTo>
                  <a:pt x="3163738" y="0"/>
                </a:lnTo>
                <a:lnTo>
                  <a:pt x="3163738" y="3050459"/>
                </a:lnTo>
                <a:lnTo>
                  <a:pt x="0" y="30504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75075" y="2541467"/>
            <a:ext cx="4741070" cy="2602033"/>
          </a:xfrm>
          <a:custGeom>
            <a:avLst/>
            <a:gdLst/>
            <a:ahLst/>
            <a:cxnLst/>
            <a:rect r="r" b="b" t="t" l="l"/>
            <a:pathLst>
              <a:path h="2602033" w="4741070">
                <a:moveTo>
                  <a:pt x="0" y="0"/>
                </a:moveTo>
                <a:lnTo>
                  <a:pt x="4741070" y="0"/>
                </a:lnTo>
                <a:lnTo>
                  <a:pt x="4741070" y="2602033"/>
                </a:lnTo>
                <a:lnTo>
                  <a:pt x="0" y="26020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92545" y="2317254"/>
            <a:ext cx="2591888" cy="2591888"/>
          </a:xfrm>
          <a:custGeom>
            <a:avLst/>
            <a:gdLst/>
            <a:ahLst/>
            <a:cxnLst/>
            <a:rect r="r" b="b" t="t" l="l"/>
            <a:pathLst>
              <a:path h="2591888" w="2591888">
                <a:moveTo>
                  <a:pt x="0" y="0"/>
                </a:moveTo>
                <a:lnTo>
                  <a:pt x="2591888" y="0"/>
                </a:lnTo>
                <a:lnTo>
                  <a:pt x="2591888" y="2591889"/>
                </a:lnTo>
                <a:lnTo>
                  <a:pt x="0" y="25918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1913" y="6195170"/>
            <a:ext cx="4523714" cy="2542327"/>
          </a:xfrm>
          <a:custGeom>
            <a:avLst/>
            <a:gdLst/>
            <a:ahLst/>
            <a:cxnLst/>
            <a:rect r="r" b="b" t="t" l="l"/>
            <a:pathLst>
              <a:path h="2542327" w="4523714">
                <a:moveTo>
                  <a:pt x="0" y="0"/>
                </a:moveTo>
                <a:lnTo>
                  <a:pt x="4523714" y="0"/>
                </a:lnTo>
                <a:lnTo>
                  <a:pt x="4523714" y="2542327"/>
                </a:lnTo>
                <a:lnTo>
                  <a:pt x="0" y="25423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94235" y="5612012"/>
            <a:ext cx="3299530" cy="3299530"/>
          </a:xfrm>
          <a:custGeom>
            <a:avLst/>
            <a:gdLst/>
            <a:ahLst/>
            <a:cxnLst/>
            <a:rect r="r" b="b" t="t" l="l"/>
            <a:pathLst>
              <a:path h="3299530" w="3299530">
                <a:moveTo>
                  <a:pt x="0" y="0"/>
                </a:moveTo>
                <a:lnTo>
                  <a:pt x="3299530" y="0"/>
                </a:lnTo>
                <a:lnTo>
                  <a:pt x="3299530" y="3299530"/>
                </a:lnTo>
                <a:lnTo>
                  <a:pt x="0" y="32995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108340" y="5799767"/>
            <a:ext cx="3333133" cy="3333133"/>
          </a:xfrm>
          <a:custGeom>
            <a:avLst/>
            <a:gdLst/>
            <a:ahLst/>
            <a:cxnLst/>
            <a:rect r="r" b="b" t="t" l="l"/>
            <a:pathLst>
              <a:path h="3333133" w="3333133">
                <a:moveTo>
                  <a:pt x="0" y="0"/>
                </a:moveTo>
                <a:lnTo>
                  <a:pt x="3333133" y="0"/>
                </a:lnTo>
                <a:lnTo>
                  <a:pt x="3333133" y="3333133"/>
                </a:lnTo>
                <a:lnTo>
                  <a:pt x="0" y="33331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19175"/>
            <a:ext cx="10387445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7000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Stack technologique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6957953" y="1095616"/>
            <a:ext cx="135384" cy="224703"/>
          </a:xfrm>
          <a:custGeom>
            <a:avLst/>
            <a:gdLst/>
            <a:ahLst/>
            <a:cxnLst/>
            <a:rect r="r" b="b" t="t" l="l"/>
            <a:pathLst>
              <a:path h="224703" w="135384">
                <a:moveTo>
                  <a:pt x="135383" y="0"/>
                </a:moveTo>
                <a:lnTo>
                  <a:pt x="0" y="0"/>
                </a:lnTo>
                <a:lnTo>
                  <a:pt x="0" y="224703"/>
                </a:lnTo>
                <a:lnTo>
                  <a:pt x="135383" y="224703"/>
                </a:lnTo>
                <a:lnTo>
                  <a:pt x="1353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1571" y="3626375"/>
            <a:ext cx="15584859" cy="4395417"/>
          </a:xfrm>
          <a:custGeom>
            <a:avLst/>
            <a:gdLst/>
            <a:ahLst/>
            <a:cxnLst/>
            <a:rect r="r" b="b" t="t" l="l"/>
            <a:pathLst>
              <a:path h="4395417" w="15584859">
                <a:moveTo>
                  <a:pt x="0" y="0"/>
                </a:moveTo>
                <a:lnTo>
                  <a:pt x="15584858" y="0"/>
                </a:lnTo>
                <a:lnTo>
                  <a:pt x="15584858" y="4395418"/>
                </a:lnTo>
                <a:lnTo>
                  <a:pt x="0" y="43954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72917" y="1198443"/>
            <a:ext cx="10387445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7000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Architecture du projet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9060" y="8030141"/>
            <a:ext cx="19151870" cy="9114142"/>
            <a:chOff x="0" y="0"/>
            <a:chExt cx="25535827" cy="121521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83530"/>
              <a:ext cx="14103200" cy="11385128"/>
            </a:xfrm>
            <a:custGeom>
              <a:avLst/>
              <a:gdLst/>
              <a:ahLst/>
              <a:cxnLst/>
              <a:rect r="r" b="b" t="t" l="l"/>
              <a:pathLst>
                <a:path h="11385128" w="14103200">
                  <a:moveTo>
                    <a:pt x="0" y="0"/>
                  </a:moveTo>
                  <a:lnTo>
                    <a:pt x="14103200" y="0"/>
                  </a:lnTo>
                  <a:lnTo>
                    <a:pt x="14103200" y="11385129"/>
                  </a:lnTo>
                  <a:lnTo>
                    <a:pt x="0" y="11385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774539" y="0"/>
              <a:ext cx="10761288" cy="12152189"/>
            </a:xfrm>
            <a:custGeom>
              <a:avLst/>
              <a:gdLst/>
              <a:ahLst/>
              <a:cxnLst/>
              <a:rect r="r" b="b" t="t" l="l"/>
              <a:pathLst>
                <a:path h="12152189" w="10761288">
                  <a:moveTo>
                    <a:pt x="0" y="0"/>
                  </a:moveTo>
                  <a:lnTo>
                    <a:pt x="10761288" y="0"/>
                  </a:lnTo>
                  <a:lnTo>
                    <a:pt x="10761288" y="12152189"/>
                  </a:lnTo>
                  <a:lnTo>
                    <a:pt x="0" y="12152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9884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340983" y="2522924"/>
            <a:ext cx="12538078" cy="164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8"/>
              </a:lnSpc>
            </a:pPr>
            <a:r>
              <a:rPr lang="en-US" sz="10815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Mise en oeuvre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9060" y="8030141"/>
            <a:ext cx="19151870" cy="9114142"/>
            <a:chOff x="0" y="0"/>
            <a:chExt cx="25535827" cy="121521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83530"/>
              <a:ext cx="14103200" cy="11385128"/>
            </a:xfrm>
            <a:custGeom>
              <a:avLst/>
              <a:gdLst/>
              <a:ahLst/>
              <a:cxnLst/>
              <a:rect r="r" b="b" t="t" l="l"/>
              <a:pathLst>
                <a:path h="11385128" w="14103200">
                  <a:moveTo>
                    <a:pt x="0" y="0"/>
                  </a:moveTo>
                  <a:lnTo>
                    <a:pt x="14103200" y="0"/>
                  </a:lnTo>
                  <a:lnTo>
                    <a:pt x="14103200" y="11385129"/>
                  </a:lnTo>
                  <a:lnTo>
                    <a:pt x="0" y="11385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774539" y="0"/>
              <a:ext cx="10761288" cy="12152189"/>
            </a:xfrm>
            <a:custGeom>
              <a:avLst/>
              <a:gdLst/>
              <a:ahLst/>
              <a:cxnLst/>
              <a:rect r="r" b="b" t="t" l="l"/>
              <a:pathLst>
                <a:path h="12152189" w="10761288">
                  <a:moveTo>
                    <a:pt x="0" y="0"/>
                  </a:moveTo>
                  <a:lnTo>
                    <a:pt x="10761288" y="0"/>
                  </a:lnTo>
                  <a:lnTo>
                    <a:pt x="10761288" y="12152189"/>
                  </a:lnTo>
                  <a:lnTo>
                    <a:pt x="0" y="12152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9884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866922" y="416600"/>
            <a:ext cx="14554156" cy="9453799"/>
          </a:xfrm>
          <a:custGeom>
            <a:avLst/>
            <a:gdLst/>
            <a:ahLst/>
            <a:cxnLst/>
            <a:rect r="r" b="b" t="t" l="l"/>
            <a:pathLst>
              <a:path h="9453799" w="14554156">
                <a:moveTo>
                  <a:pt x="0" y="0"/>
                </a:moveTo>
                <a:lnTo>
                  <a:pt x="14554156" y="0"/>
                </a:lnTo>
                <a:lnTo>
                  <a:pt x="14554156" y="9453800"/>
                </a:lnTo>
                <a:lnTo>
                  <a:pt x="0" y="9453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9060" y="8030141"/>
            <a:ext cx="19151870" cy="9114142"/>
            <a:chOff x="0" y="0"/>
            <a:chExt cx="25535827" cy="121521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383530"/>
              <a:ext cx="14103200" cy="11385128"/>
            </a:xfrm>
            <a:custGeom>
              <a:avLst/>
              <a:gdLst/>
              <a:ahLst/>
              <a:cxnLst/>
              <a:rect r="r" b="b" t="t" l="l"/>
              <a:pathLst>
                <a:path h="11385128" w="14103200">
                  <a:moveTo>
                    <a:pt x="0" y="0"/>
                  </a:moveTo>
                  <a:lnTo>
                    <a:pt x="14103200" y="0"/>
                  </a:lnTo>
                  <a:lnTo>
                    <a:pt x="14103200" y="11385129"/>
                  </a:lnTo>
                  <a:lnTo>
                    <a:pt x="0" y="113851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4774539" y="0"/>
              <a:ext cx="10761288" cy="12152189"/>
            </a:xfrm>
            <a:custGeom>
              <a:avLst/>
              <a:gdLst/>
              <a:ahLst/>
              <a:cxnLst/>
              <a:rect r="r" b="b" t="t" l="l"/>
              <a:pathLst>
                <a:path h="12152189" w="10761288">
                  <a:moveTo>
                    <a:pt x="0" y="0"/>
                  </a:moveTo>
                  <a:lnTo>
                    <a:pt x="10761288" y="0"/>
                  </a:lnTo>
                  <a:lnTo>
                    <a:pt x="10761288" y="12152189"/>
                  </a:lnTo>
                  <a:lnTo>
                    <a:pt x="0" y="12152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9884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340983" y="2522924"/>
            <a:ext cx="12538078" cy="1648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8"/>
              </a:lnSpc>
            </a:pPr>
            <a:r>
              <a:rPr lang="en-US" sz="10815" b="true">
                <a:solidFill>
                  <a:srgbClr val="01003B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Démonstration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1722" y="4050585"/>
            <a:ext cx="14681463" cy="3410502"/>
            <a:chOff x="0" y="0"/>
            <a:chExt cx="19575283" cy="454733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19575283" cy="288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097"/>
                </a:lnSpc>
              </a:pPr>
              <a:r>
                <a:rPr lang="en-US" b="true" sz="14247">
                  <a:solidFill>
                    <a:srgbClr val="F8F8F8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Conclusion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720975"/>
              <a:ext cx="19575283" cy="1826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51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DAG9aauRtBg</dc:identifier>
  <dcterms:modified xsi:type="dcterms:W3CDTF">2011-08-01T06:04:30Z</dcterms:modified>
  <cp:revision>1</cp:revision>
  <dc:title>Présentation Proposition de Projet d'Entreprise Tech Abstrait en Bleu Foncé et Rose</dc:title>
</cp:coreProperties>
</file>